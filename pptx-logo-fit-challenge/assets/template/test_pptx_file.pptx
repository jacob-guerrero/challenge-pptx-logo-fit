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>
            <a:extLst>
              <a:ext uri="{FF2B5EF4-FFF2-40B4-BE49-F238E27FC236}">
                <a16:creationId xmlns:a16="http://schemas.microsoft.com/office/drawing/2014/main" id="{DCF683A6-3C6D-770C-CF7F-8EBF0D0170A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Google Shape;4;n">
            <a:extLst>
              <a:ext uri="{FF2B5EF4-FFF2-40B4-BE49-F238E27FC236}">
                <a16:creationId xmlns:a16="http://schemas.microsoft.com/office/drawing/2014/main" id="{751F91BA-DB4C-B2BB-2854-ADC433A785A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Google Shape;5;n">
            <a:extLst>
              <a:ext uri="{FF2B5EF4-FFF2-40B4-BE49-F238E27FC236}">
                <a16:creationId xmlns:a16="http://schemas.microsoft.com/office/drawing/2014/main" id="{F96C6A4B-6A2E-F750-4513-49CF60B1E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Google Shape;6;n">
            <a:extLst>
              <a:ext uri="{FF2B5EF4-FFF2-40B4-BE49-F238E27FC236}">
                <a16:creationId xmlns:a16="http://schemas.microsoft.com/office/drawing/2014/main" id="{902A494E-B1EC-0DFD-3449-3CCCB60CC9A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6" name="Google Shape;7;n">
            <a:extLst>
              <a:ext uri="{FF2B5EF4-FFF2-40B4-BE49-F238E27FC236}">
                <a16:creationId xmlns:a16="http://schemas.microsoft.com/office/drawing/2014/main" id="{927CCF5A-60EF-77D5-4D38-D5032461D26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Google Shape;8;n">
            <a:extLst>
              <a:ext uri="{FF2B5EF4-FFF2-40B4-BE49-F238E27FC236}">
                <a16:creationId xmlns:a16="http://schemas.microsoft.com/office/drawing/2014/main" id="{09725EE3-C098-EB1E-88D2-04E757E2C8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fld id="{3378546E-D86A-4947-BE5D-4353FADFA5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1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0" marR="0" lvl="0" indent="-22860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0" cap="none" spc="0" baseline="0">
        <a:solidFill>
          <a:srgbClr val="000000"/>
        </a:solidFill>
        <a:uFillTx/>
        <a:latin typeface="Calibri"/>
        <a:ea typeface="Calibri"/>
        <a:cs typeface="Calibri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9;p1:notes">
            <a:extLst>
              <a:ext uri="{FF2B5EF4-FFF2-40B4-BE49-F238E27FC236}">
                <a16:creationId xmlns:a16="http://schemas.microsoft.com/office/drawing/2014/main" id="{634E2BF1-8BD1-CCFC-E896-A43DDB932A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/>
            <a:endParaRPr lang="en-US" dirty="0"/>
          </a:p>
        </p:txBody>
      </p:sp>
      <p:sp>
        <p:nvSpPr>
          <p:cNvPr id="3" name="Google Shape;90;p1:notes">
            <a:extLst>
              <a:ext uri="{FF2B5EF4-FFF2-40B4-BE49-F238E27FC236}">
                <a16:creationId xmlns:a16="http://schemas.microsoft.com/office/drawing/2014/main" id="{D2CB47FD-3EF0-E5DF-356C-10544479F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11">
            <a:extLst>
              <a:ext uri="{FF2B5EF4-FFF2-40B4-BE49-F238E27FC236}">
                <a16:creationId xmlns:a16="http://schemas.microsoft.com/office/drawing/2014/main" id="{54F98F39-EAFF-BB19-9181-984DFF4FAD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endParaRPr lang="en-US"/>
          </a:p>
        </p:txBody>
      </p:sp>
      <p:sp>
        <p:nvSpPr>
          <p:cNvPr id="3" name="Google Shape;17;p11">
            <a:extLst>
              <a:ext uri="{FF2B5EF4-FFF2-40B4-BE49-F238E27FC236}">
                <a16:creationId xmlns:a16="http://schemas.microsoft.com/office/drawing/2014/main" id="{1A1CAAB0-2255-A206-F28D-EAFE963638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algn="ctr">
              <a:buNone/>
              <a:defRPr lang="en-US" sz="2400"/>
            </a:lvl1pPr>
          </a:lstStyle>
          <a:p>
            <a:pPr lvl="0"/>
            <a:endParaRPr lang="en-US"/>
          </a:p>
        </p:txBody>
      </p:sp>
      <p:sp>
        <p:nvSpPr>
          <p:cNvPr id="4" name="Google Shape;18;p11">
            <a:extLst>
              <a:ext uri="{FF2B5EF4-FFF2-40B4-BE49-F238E27FC236}">
                <a16:creationId xmlns:a16="http://schemas.microsoft.com/office/drawing/2014/main" id="{6194FBF6-3363-4793-424C-F55EF60CB9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19;p11">
            <a:extLst>
              <a:ext uri="{FF2B5EF4-FFF2-40B4-BE49-F238E27FC236}">
                <a16:creationId xmlns:a16="http://schemas.microsoft.com/office/drawing/2014/main" id="{C5375525-3716-F202-0BF7-284821537D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20;p11">
            <a:extLst>
              <a:ext uri="{FF2B5EF4-FFF2-40B4-BE49-F238E27FC236}">
                <a16:creationId xmlns:a16="http://schemas.microsoft.com/office/drawing/2014/main" id="{AC60583C-9A01-E976-021F-72A79E1F8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FCFCBD-C206-4C61-B1C2-C2C9C04583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205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12">
            <a:extLst>
              <a:ext uri="{FF2B5EF4-FFF2-40B4-BE49-F238E27FC236}">
                <a16:creationId xmlns:a16="http://schemas.microsoft.com/office/drawing/2014/main" id="{ACCAB03C-3582-FABA-AABA-6A5A7BCF07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60631" y="6386370"/>
            <a:ext cx="424546" cy="365129"/>
          </a:xfr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Lato Light"/>
                <a:ea typeface="Lato Light"/>
                <a:cs typeface="Lato Light"/>
              </a:defRPr>
            </a:lvl1pPr>
          </a:lstStyle>
          <a:p>
            <a:pPr lvl="0"/>
            <a:fld id="{663E3D96-92B0-4C98-935C-B174B7E2F1AB}" type="slidenum">
              <a:t>‹#›</a:t>
            </a:fld>
            <a:endParaRPr lang="en-US"/>
          </a:p>
        </p:txBody>
      </p:sp>
      <p:sp>
        <p:nvSpPr>
          <p:cNvPr id="3" name="Google Shape;23;p12">
            <a:extLst>
              <a:ext uri="{FF2B5EF4-FFF2-40B4-BE49-F238E27FC236}">
                <a16:creationId xmlns:a16="http://schemas.microsoft.com/office/drawing/2014/main" id="{8795ADC6-7426-FC84-4329-0BD1393BCE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641442"/>
            <a:ext cx="4356340" cy="614147"/>
          </a:xfrm>
          <a:noFill/>
        </p:spPr>
        <p:txBody>
          <a:bodyPr anchor="ctr" anchorCtr="1">
            <a:noAutofit/>
          </a:bodyPr>
          <a:lstStyle>
            <a:lvl1pPr indent="-228600" algn="ctr">
              <a:buNone/>
              <a:defRPr lang="en-US" sz="40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Google Shape;24;p12">
            <a:extLst>
              <a:ext uri="{FF2B5EF4-FFF2-40B4-BE49-F238E27FC236}">
                <a16:creationId xmlns:a16="http://schemas.microsoft.com/office/drawing/2014/main" id="{3436EFCF-5C1F-47BE-B1BD-4006A993120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2847" y="1763713"/>
            <a:ext cx="5202241" cy="3290889"/>
          </a:xfrm>
        </p:spPr>
        <p:txBody>
          <a:bodyPr>
            <a:noAutofit/>
          </a:bodyPr>
          <a:lstStyle>
            <a:lvl1pPr indent="-228600">
              <a:buNone/>
              <a:defRPr lang="en-US" sz="1400">
                <a:latin typeface="Lato Light"/>
                <a:ea typeface="Lato Light"/>
                <a:cs typeface="Lato Light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49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13">
            <a:extLst>
              <a:ext uri="{FF2B5EF4-FFF2-40B4-BE49-F238E27FC236}">
                <a16:creationId xmlns:a16="http://schemas.microsoft.com/office/drawing/2014/main" id="{6C339239-03E2-83C3-8020-671F493A816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27;p13">
            <a:extLst>
              <a:ext uri="{FF2B5EF4-FFF2-40B4-BE49-F238E27FC236}">
                <a16:creationId xmlns:a16="http://schemas.microsoft.com/office/drawing/2014/main" id="{C4BCF1C9-C144-82D3-A8D9-B1A8298F408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Google Shape;28;p13">
            <a:extLst>
              <a:ext uri="{FF2B5EF4-FFF2-40B4-BE49-F238E27FC236}">
                <a16:creationId xmlns:a16="http://schemas.microsoft.com/office/drawing/2014/main" id="{EC0959DA-1D7F-738A-68D0-5FCDDFE778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29;p13">
            <a:extLst>
              <a:ext uri="{FF2B5EF4-FFF2-40B4-BE49-F238E27FC236}">
                <a16:creationId xmlns:a16="http://schemas.microsoft.com/office/drawing/2014/main" id="{845EB3CE-CAF4-E8F4-7749-D7A7FDA924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30;p13">
            <a:extLst>
              <a:ext uri="{FF2B5EF4-FFF2-40B4-BE49-F238E27FC236}">
                <a16:creationId xmlns:a16="http://schemas.microsoft.com/office/drawing/2014/main" id="{EE086C85-3775-B381-6FE1-793885840B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5B90AB-8D84-490C-898B-F95A91B8DE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9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14">
            <a:extLst>
              <a:ext uri="{FF2B5EF4-FFF2-40B4-BE49-F238E27FC236}">
                <a16:creationId xmlns:a16="http://schemas.microsoft.com/office/drawing/2014/main" id="{128972C0-5D4D-2599-5319-B693C5527D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endParaRPr lang="en-US"/>
          </a:p>
        </p:txBody>
      </p:sp>
      <p:sp>
        <p:nvSpPr>
          <p:cNvPr id="3" name="Google Shape;33;p14">
            <a:extLst>
              <a:ext uri="{FF2B5EF4-FFF2-40B4-BE49-F238E27FC236}">
                <a16:creationId xmlns:a16="http://schemas.microsoft.com/office/drawing/2014/main" id="{DAC51AF9-A445-947F-8CAD-0379575AF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indent="-228600">
              <a:buNone/>
              <a:defRPr lang="en-US" sz="2400">
                <a:solidFill>
                  <a:srgbClr val="888888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Google Shape;34;p14">
            <a:extLst>
              <a:ext uri="{FF2B5EF4-FFF2-40B4-BE49-F238E27FC236}">
                <a16:creationId xmlns:a16="http://schemas.microsoft.com/office/drawing/2014/main" id="{7036EAE1-F7E7-501D-1CC9-82516289DC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35;p14">
            <a:extLst>
              <a:ext uri="{FF2B5EF4-FFF2-40B4-BE49-F238E27FC236}">
                <a16:creationId xmlns:a16="http://schemas.microsoft.com/office/drawing/2014/main" id="{1EF22D27-5CE1-2AFD-5B1B-BA05FF8302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36;p14">
            <a:extLst>
              <a:ext uri="{FF2B5EF4-FFF2-40B4-BE49-F238E27FC236}">
                <a16:creationId xmlns:a16="http://schemas.microsoft.com/office/drawing/2014/main" id="{AE81535A-EC27-622A-8123-423071B041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E42441-115F-4C45-A4C5-95E56229F2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9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;p15">
            <a:extLst>
              <a:ext uri="{FF2B5EF4-FFF2-40B4-BE49-F238E27FC236}">
                <a16:creationId xmlns:a16="http://schemas.microsoft.com/office/drawing/2014/main" id="{3D679582-AF9A-D284-9607-57FF0894329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39;p15">
            <a:extLst>
              <a:ext uri="{FF2B5EF4-FFF2-40B4-BE49-F238E27FC236}">
                <a16:creationId xmlns:a16="http://schemas.microsoft.com/office/drawing/2014/main" id="{C7503739-2446-3506-5C75-42127CC3948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Google Shape;40;p15">
            <a:extLst>
              <a:ext uri="{FF2B5EF4-FFF2-40B4-BE49-F238E27FC236}">
                <a16:creationId xmlns:a16="http://schemas.microsoft.com/office/drawing/2014/main" id="{978786B1-F98B-9FC5-8978-2512D5C0310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Google Shape;41;p15">
            <a:extLst>
              <a:ext uri="{FF2B5EF4-FFF2-40B4-BE49-F238E27FC236}">
                <a16:creationId xmlns:a16="http://schemas.microsoft.com/office/drawing/2014/main" id="{AD3DD79C-5FC2-A699-2160-2EA578F415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42;p15">
            <a:extLst>
              <a:ext uri="{FF2B5EF4-FFF2-40B4-BE49-F238E27FC236}">
                <a16:creationId xmlns:a16="http://schemas.microsoft.com/office/drawing/2014/main" id="{D28DA722-DC8B-F9DC-DB58-1CD37430EA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Google Shape;43;p15">
            <a:extLst>
              <a:ext uri="{FF2B5EF4-FFF2-40B4-BE49-F238E27FC236}">
                <a16:creationId xmlns:a16="http://schemas.microsoft.com/office/drawing/2014/main" id="{AC57970A-72FE-A3BA-8026-E9FA425016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4DABE3-763A-4AA7-AA3C-54054B3590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1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6">
            <a:extLst>
              <a:ext uri="{FF2B5EF4-FFF2-40B4-BE49-F238E27FC236}">
                <a16:creationId xmlns:a16="http://schemas.microsoft.com/office/drawing/2014/main" id="{41969502-C845-F721-7512-2F62DC8B0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46;p16">
            <a:extLst>
              <a:ext uri="{FF2B5EF4-FFF2-40B4-BE49-F238E27FC236}">
                <a16:creationId xmlns:a16="http://schemas.microsoft.com/office/drawing/2014/main" id="{EC3131EE-BE4A-40A7-F4D9-E9D23212C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indent="-228600">
              <a:buNone/>
              <a:defRPr lang="en-US" sz="2400" b="1"/>
            </a:lvl1pPr>
          </a:lstStyle>
          <a:p>
            <a:pPr lvl="0"/>
            <a:endParaRPr lang="en-US"/>
          </a:p>
        </p:txBody>
      </p:sp>
      <p:sp>
        <p:nvSpPr>
          <p:cNvPr id="4" name="Google Shape;47;p16">
            <a:extLst>
              <a:ext uri="{FF2B5EF4-FFF2-40B4-BE49-F238E27FC236}">
                <a16:creationId xmlns:a16="http://schemas.microsoft.com/office/drawing/2014/main" id="{41149A22-6687-991A-6754-46B0CCB94C5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Google Shape;48;p16">
            <a:extLst>
              <a:ext uri="{FF2B5EF4-FFF2-40B4-BE49-F238E27FC236}">
                <a16:creationId xmlns:a16="http://schemas.microsoft.com/office/drawing/2014/main" id="{56E34B7C-D210-83DC-6FCF-ADC9945F90F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indent="-228600">
              <a:buNone/>
              <a:defRPr lang="en-US" sz="2400" b="1"/>
            </a:lvl1pPr>
          </a:lstStyle>
          <a:p>
            <a:pPr lvl="0"/>
            <a:endParaRPr lang="en-US"/>
          </a:p>
        </p:txBody>
      </p:sp>
      <p:sp>
        <p:nvSpPr>
          <p:cNvPr id="6" name="Google Shape;49;p16">
            <a:extLst>
              <a:ext uri="{FF2B5EF4-FFF2-40B4-BE49-F238E27FC236}">
                <a16:creationId xmlns:a16="http://schemas.microsoft.com/office/drawing/2014/main" id="{49529FAD-0885-00C5-CEBC-CA7F03F55CA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Google Shape;50;p16">
            <a:extLst>
              <a:ext uri="{FF2B5EF4-FFF2-40B4-BE49-F238E27FC236}">
                <a16:creationId xmlns:a16="http://schemas.microsoft.com/office/drawing/2014/main" id="{33D936AE-18A2-8054-16CE-110FF76C12E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Google Shape;51;p16">
            <a:extLst>
              <a:ext uri="{FF2B5EF4-FFF2-40B4-BE49-F238E27FC236}">
                <a16:creationId xmlns:a16="http://schemas.microsoft.com/office/drawing/2014/main" id="{8FEC88EC-04F4-7331-C1FC-3D172C7E753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Google Shape;52;p16">
            <a:extLst>
              <a:ext uri="{FF2B5EF4-FFF2-40B4-BE49-F238E27FC236}">
                <a16:creationId xmlns:a16="http://schemas.microsoft.com/office/drawing/2014/main" id="{3BF6D3BA-B472-D7FF-FFC4-0F08AED1DE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501E3B-5621-4C18-A5C8-10033E48B8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7">
            <a:extLst>
              <a:ext uri="{FF2B5EF4-FFF2-40B4-BE49-F238E27FC236}">
                <a16:creationId xmlns:a16="http://schemas.microsoft.com/office/drawing/2014/main" id="{658040D8-3411-911B-D13F-257E3E3289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55;p17">
            <a:extLst>
              <a:ext uri="{FF2B5EF4-FFF2-40B4-BE49-F238E27FC236}">
                <a16:creationId xmlns:a16="http://schemas.microsoft.com/office/drawing/2014/main" id="{781E25A7-350F-9E13-A8F2-AC5B6B2834F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Google Shape;56;p17">
            <a:extLst>
              <a:ext uri="{FF2B5EF4-FFF2-40B4-BE49-F238E27FC236}">
                <a16:creationId xmlns:a16="http://schemas.microsoft.com/office/drawing/2014/main" id="{04A2E1A4-4497-5958-8F1D-00461FBFF8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57;p17">
            <a:extLst>
              <a:ext uri="{FF2B5EF4-FFF2-40B4-BE49-F238E27FC236}">
                <a16:creationId xmlns:a16="http://schemas.microsoft.com/office/drawing/2014/main" id="{09F3852A-45CB-C056-F785-535F131F5F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E79286-FFA9-4C67-9945-1DD46DC26F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4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9;p18">
            <a:extLst>
              <a:ext uri="{FF2B5EF4-FFF2-40B4-BE49-F238E27FC236}">
                <a16:creationId xmlns:a16="http://schemas.microsoft.com/office/drawing/2014/main" id="{07EFBA1D-2F82-0858-EC9B-FBD3B096425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60;p18">
            <a:extLst>
              <a:ext uri="{FF2B5EF4-FFF2-40B4-BE49-F238E27FC236}">
                <a16:creationId xmlns:a16="http://schemas.microsoft.com/office/drawing/2014/main" id="{3B879B95-51A8-18EF-AAC8-DBF68BC8B08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Google Shape;61;p18">
            <a:extLst>
              <a:ext uri="{FF2B5EF4-FFF2-40B4-BE49-F238E27FC236}">
                <a16:creationId xmlns:a16="http://schemas.microsoft.com/office/drawing/2014/main" id="{A1D3FE54-2D4E-A171-248F-B578992266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7227C7-FFFD-405A-8BE6-F8651BC3D5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9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;p19">
            <a:extLst>
              <a:ext uri="{FF2B5EF4-FFF2-40B4-BE49-F238E27FC236}">
                <a16:creationId xmlns:a16="http://schemas.microsoft.com/office/drawing/2014/main" id="{53D7EF00-7AE1-F525-26DB-CF356B4D75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en-US"/>
          </a:p>
        </p:txBody>
      </p:sp>
      <p:sp>
        <p:nvSpPr>
          <p:cNvPr id="3" name="Google Shape;64;p19">
            <a:extLst>
              <a:ext uri="{FF2B5EF4-FFF2-40B4-BE49-F238E27FC236}">
                <a16:creationId xmlns:a16="http://schemas.microsoft.com/office/drawing/2014/main" id="{5755DBFC-5D97-1BBC-1D71-F2F064D83D2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indent="-431797">
              <a:buSzPts val="3200"/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Google Shape;65;p19">
            <a:extLst>
              <a:ext uri="{FF2B5EF4-FFF2-40B4-BE49-F238E27FC236}">
                <a16:creationId xmlns:a16="http://schemas.microsoft.com/office/drawing/2014/main" id="{C290BC4A-C140-E67A-EF1F-6D5B853945E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indent="-228600">
              <a:buNone/>
              <a:defRPr lang="en-US" sz="1600"/>
            </a:lvl1pPr>
          </a:lstStyle>
          <a:p>
            <a:pPr lvl="0"/>
            <a:endParaRPr lang="en-US"/>
          </a:p>
        </p:txBody>
      </p:sp>
      <p:sp>
        <p:nvSpPr>
          <p:cNvPr id="5" name="Google Shape;66;p19">
            <a:extLst>
              <a:ext uri="{FF2B5EF4-FFF2-40B4-BE49-F238E27FC236}">
                <a16:creationId xmlns:a16="http://schemas.microsoft.com/office/drawing/2014/main" id="{47F72B15-32EC-6751-0812-BDECAE19EA5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67;p19">
            <a:extLst>
              <a:ext uri="{FF2B5EF4-FFF2-40B4-BE49-F238E27FC236}">
                <a16:creationId xmlns:a16="http://schemas.microsoft.com/office/drawing/2014/main" id="{AF231D7B-12CD-C01E-21D4-E15EF6A16E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Google Shape;68;p19">
            <a:extLst>
              <a:ext uri="{FF2B5EF4-FFF2-40B4-BE49-F238E27FC236}">
                <a16:creationId xmlns:a16="http://schemas.microsoft.com/office/drawing/2014/main" id="{3A7D40FA-E5AF-AC04-425A-E2199B2291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853ACA-DF69-4EB4-9641-8B1EC1077B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8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20">
            <a:extLst>
              <a:ext uri="{FF2B5EF4-FFF2-40B4-BE49-F238E27FC236}">
                <a16:creationId xmlns:a16="http://schemas.microsoft.com/office/drawing/2014/main" id="{9112E8D3-2C9C-3073-537E-DF475439D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endParaRPr lang="en-US"/>
          </a:p>
        </p:txBody>
      </p:sp>
      <p:sp>
        <p:nvSpPr>
          <p:cNvPr id="3" name="Google Shape;72;p20">
            <a:extLst>
              <a:ext uri="{FF2B5EF4-FFF2-40B4-BE49-F238E27FC236}">
                <a16:creationId xmlns:a16="http://schemas.microsoft.com/office/drawing/2014/main" id="{426F50B6-D3C7-3118-D1B2-2AC2D8CE637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indent="-228600">
              <a:buNone/>
              <a:defRPr lang="en-US" sz="1600"/>
            </a:lvl1pPr>
          </a:lstStyle>
          <a:p>
            <a:pPr lvl="0"/>
            <a:endParaRPr lang="en-US"/>
          </a:p>
        </p:txBody>
      </p:sp>
      <p:sp>
        <p:nvSpPr>
          <p:cNvPr id="4" name="Google Shape;73;p20">
            <a:extLst>
              <a:ext uri="{FF2B5EF4-FFF2-40B4-BE49-F238E27FC236}">
                <a16:creationId xmlns:a16="http://schemas.microsoft.com/office/drawing/2014/main" id="{D63502DE-2618-1D39-4BDF-1F2B58352A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74;p20">
            <a:extLst>
              <a:ext uri="{FF2B5EF4-FFF2-40B4-BE49-F238E27FC236}">
                <a16:creationId xmlns:a16="http://schemas.microsoft.com/office/drawing/2014/main" id="{611E08E2-C78E-6411-1C0A-CCB46A4F5D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75;p20">
            <a:extLst>
              <a:ext uri="{FF2B5EF4-FFF2-40B4-BE49-F238E27FC236}">
                <a16:creationId xmlns:a16="http://schemas.microsoft.com/office/drawing/2014/main" id="{626B244E-E547-9B3C-D6CD-B6A900ADD3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B80B25-8284-4271-A5E0-6595777197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1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7;p21">
            <a:extLst>
              <a:ext uri="{FF2B5EF4-FFF2-40B4-BE49-F238E27FC236}">
                <a16:creationId xmlns:a16="http://schemas.microsoft.com/office/drawing/2014/main" id="{2A47584A-4403-6552-0A0F-4695AB2050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78;p21">
            <a:extLst>
              <a:ext uri="{FF2B5EF4-FFF2-40B4-BE49-F238E27FC236}">
                <a16:creationId xmlns:a16="http://schemas.microsoft.com/office/drawing/2014/main" id="{5146AA73-29FD-67EB-9881-45B12F54E18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 rot="5400013">
            <a:off x="3920335" y="-1256505"/>
            <a:ext cx="4351336" cy="10515600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Google Shape;79;p21">
            <a:extLst>
              <a:ext uri="{FF2B5EF4-FFF2-40B4-BE49-F238E27FC236}">
                <a16:creationId xmlns:a16="http://schemas.microsoft.com/office/drawing/2014/main" id="{6CE286ED-DE05-44D0-830E-C78478C4DC1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80;p21">
            <a:extLst>
              <a:ext uri="{FF2B5EF4-FFF2-40B4-BE49-F238E27FC236}">
                <a16:creationId xmlns:a16="http://schemas.microsoft.com/office/drawing/2014/main" id="{3F4422DF-D965-FC8D-32DF-BC9D372068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81;p21">
            <a:extLst>
              <a:ext uri="{FF2B5EF4-FFF2-40B4-BE49-F238E27FC236}">
                <a16:creationId xmlns:a16="http://schemas.microsoft.com/office/drawing/2014/main" id="{8FEB50B1-A133-FC8F-FCF0-0DB7C924B8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6E507C-6409-4323-B951-6CAF472126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4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3;p22">
            <a:extLst>
              <a:ext uri="{FF2B5EF4-FFF2-40B4-BE49-F238E27FC236}">
                <a16:creationId xmlns:a16="http://schemas.microsoft.com/office/drawing/2014/main" id="{8E841761-C6C7-FDB2-95F2-FDA36EB415C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 rot="5400013">
            <a:off x="7133436" y="1956597"/>
            <a:ext cx="5811834" cy="262889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Google Shape;84;p22">
            <a:extLst>
              <a:ext uri="{FF2B5EF4-FFF2-40B4-BE49-F238E27FC236}">
                <a16:creationId xmlns:a16="http://schemas.microsoft.com/office/drawing/2014/main" id="{8EA4B544-DC4C-FB42-CB77-C3A47BBDFFB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 rot="5400013">
            <a:off x="1799424" y="-596102"/>
            <a:ext cx="5811834" cy="7734296"/>
          </a:xfrm>
        </p:spPr>
        <p:txBody>
          <a:bodyPr/>
          <a:lstStyle>
            <a:lvl1pPr indent="-342900">
              <a:buSzPts val="1800"/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Google Shape;85;p22">
            <a:extLst>
              <a:ext uri="{FF2B5EF4-FFF2-40B4-BE49-F238E27FC236}">
                <a16:creationId xmlns:a16="http://schemas.microsoft.com/office/drawing/2014/main" id="{0A351633-C37E-637F-B590-9AD7FA8559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Google Shape;86;p22">
            <a:extLst>
              <a:ext uri="{FF2B5EF4-FFF2-40B4-BE49-F238E27FC236}">
                <a16:creationId xmlns:a16="http://schemas.microsoft.com/office/drawing/2014/main" id="{DC8D8C12-9DA9-AB1B-EC58-315EB69B58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87;p22">
            <a:extLst>
              <a:ext uri="{FF2B5EF4-FFF2-40B4-BE49-F238E27FC236}">
                <a16:creationId xmlns:a16="http://schemas.microsoft.com/office/drawing/2014/main" id="{67E67156-A155-A896-510B-340C53FE36C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9FDBBB-A390-4A15-BECA-32E29B9F4B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5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0">
            <a:extLst>
              <a:ext uri="{FF2B5EF4-FFF2-40B4-BE49-F238E27FC236}">
                <a16:creationId xmlns:a16="http://schemas.microsoft.com/office/drawing/2014/main" id="{4D0D21BC-F88D-5603-EA2F-B88EF9CEF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lvl="0"/>
            <a:endParaRPr lang="en-US"/>
          </a:p>
        </p:txBody>
      </p:sp>
      <p:sp>
        <p:nvSpPr>
          <p:cNvPr id="3" name="Google Shape;11;p10">
            <a:extLst>
              <a:ext uri="{FF2B5EF4-FFF2-40B4-BE49-F238E27FC236}">
                <a16:creationId xmlns:a16="http://schemas.microsoft.com/office/drawing/2014/main" id="{7A27A71F-E761-D289-1B2F-8DA263655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Google Shape;12;p10">
            <a:extLst>
              <a:ext uri="{FF2B5EF4-FFF2-40B4-BE49-F238E27FC236}">
                <a16:creationId xmlns:a16="http://schemas.microsoft.com/office/drawing/2014/main" id="{DDE64F02-2E56-1210-FA78-56BACA02E86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Google Shape;13;p10">
            <a:extLst>
              <a:ext uri="{FF2B5EF4-FFF2-40B4-BE49-F238E27FC236}">
                <a16:creationId xmlns:a16="http://schemas.microsoft.com/office/drawing/2014/main" id="{5805B015-F805-54C7-4794-5F3AFCF3F52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Google Shape;14;p10">
            <a:extLst>
              <a:ext uri="{FF2B5EF4-FFF2-40B4-BE49-F238E27FC236}">
                <a16:creationId xmlns:a16="http://schemas.microsoft.com/office/drawing/2014/main" id="{2E3C7F85-019F-6539-A6D6-8BB51AC1627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0" cap="none" spc="0" baseline="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fld id="{1C94B5B8-C216-47FB-A617-639A5E92D9CB}" type="slidenum">
              <a:t>‹#›</a:t>
            </a:fld>
            <a:endParaRPr lang="en-US"/>
          </a:p>
        </p:txBody>
      </p:sp>
      <p:sp>
        <p:nvSpPr>
          <p:cNvPr id="7" name="Rectángulo 6" descr="{d.whitelabelColor:ifNEM():show(.whitelabelColor):elseShow(#2E0C59):color(shape, background)}} {d.printWithCustomLogo:ifEQ(false):show(#FFFFFF):color(shape, background)}">
            <a:extLst>
              <a:ext uri="{FF2B5EF4-FFF2-40B4-BE49-F238E27FC236}">
                <a16:creationId xmlns:a16="http://schemas.microsoft.com/office/drawing/2014/main" id="{C28FC409-E10D-6FC7-D51B-EB7FA659BDDB}"/>
              </a:ext>
            </a:extLst>
          </p:cNvPr>
          <p:cNvSpPr/>
          <p:nvPr/>
        </p:nvSpPr>
        <p:spPr>
          <a:xfrm>
            <a:off x="0" y="0"/>
            <a:ext cx="12191996" cy="136529"/>
          </a:xfrm>
          <a:prstGeom prst="rect">
            <a:avLst/>
          </a:prstGeom>
          <a:solidFill>
            <a:srgbClr val="2E0C5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0" cap="none" spc="0" baseline="0">
          <a:solidFill>
            <a:srgbClr val="000000"/>
          </a:solidFill>
          <a:uFillTx/>
          <a:latin typeface="Calibri"/>
          <a:ea typeface="Calibri"/>
          <a:cs typeface="Calibri"/>
        </a:defRPr>
      </a:lvl1pPr>
    </p:titleStyle>
    <p:bodyStyle>
      <a:lvl1pPr marL="457200" marR="0" lvl="0" indent="-406395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lang="es-ES" sz="2800" b="0" i="0" u="none" strike="noStrike" kern="0" cap="none" spc="0" baseline="0">
          <a:solidFill>
            <a:srgbClr val="000000"/>
          </a:solidFill>
          <a:uFillTx/>
          <a:latin typeface="Calibri"/>
          <a:ea typeface="Calibri"/>
          <a:cs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">
            <a:extLst>
              <a:ext uri="{FF2B5EF4-FFF2-40B4-BE49-F238E27FC236}">
                <a16:creationId xmlns:a16="http://schemas.microsoft.com/office/drawing/2014/main" id="{D79581DF-D9AB-2B3E-4C34-3C0186C2D56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748460"/>
            <a:ext cx="9144000" cy="2387598"/>
          </a:xfrm>
        </p:spPr>
        <p:txBody>
          <a:bodyPr/>
          <a:lstStyle/>
          <a:p>
            <a:pPr lvl="0"/>
            <a:r>
              <a:rPr lang="en-US" sz="4000" dirty="0">
                <a:latin typeface="Lato Light"/>
                <a:ea typeface="Lato Light"/>
                <a:cs typeface="Lato Light"/>
              </a:rPr>
              <a:t>This is a test document</a:t>
            </a:r>
            <a:endParaRPr lang="en-US" sz="4000" i="1" dirty="0">
              <a:latin typeface="Lato Light"/>
              <a:ea typeface="Lato Light"/>
              <a:cs typeface="Lato Light"/>
            </a:endParaRPr>
          </a:p>
        </p:txBody>
      </p:sp>
      <p:sp>
        <p:nvSpPr>
          <p:cNvPr id="3" name="Google Shape;93;p1">
            <a:extLst>
              <a:ext uri="{FF2B5EF4-FFF2-40B4-BE49-F238E27FC236}">
                <a16:creationId xmlns:a16="http://schemas.microsoft.com/office/drawing/2014/main" id="{4D92EA8F-4B9E-67C5-831E-B6AF83872A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4285756"/>
            <a:ext cx="9144000" cy="1504782"/>
          </a:xfrm>
        </p:spPr>
        <p:txBody>
          <a:bodyPr/>
          <a:lstStyle/>
          <a:p>
            <a:pPr marL="0" lvl="0" indent="0">
              <a:spcBef>
                <a:spcPts val="0"/>
              </a:spcBef>
            </a:pPr>
            <a:r>
              <a:rPr lang="es-MX" dirty="0" err="1"/>
              <a:t>Please</a:t>
            </a:r>
            <a:r>
              <a:rPr lang="es-MX" dirty="0"/>
              <a:t> </a:t>
            </a:r>
            <a:r>
              <a:rPr lang="es-MX" dirty="0" err="1"/>
              <a:t>replace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logo</a:t>
            </a:r>
            <a:endParaRPr lang="en-US" dirty="0"/>
          </a:p>
        </p:txBody>
      </p:sp>
      <p:pic>
        <p:nvPicPr>
          <p:cNvPr id="6" name="Picture 5" descr="{d.unifiedLogo:imageFit(contain)}">
            <a:extLst>
              <a:ext uri="{FF2B5EF4-FFF2-40B4-BE49-F238E27FC236}">
                <a16:creationId xmlns:a16="http://schemas.microsoft.com/office/drawing/2014/main" id="{4EEF7048-63D7-9990-F0BF-FDE83B24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578" y="1309265"/>
            <a:ext cx="2286844" cy="1143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Lato</vt:lpstr>
      <vt:lpstr>Lato Light</vt:lpstr>
      <vt:lpstr>Office Theme</vt:lpstr>
      <vt:lpstr>This is a test document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Gag Clause Prohibition Compliance Instructions to File a Complaint about Attestation</dc:title>
  <dc:creator>Sarah Borders</dc:creator>
  <cp:lastModifiedBy>ANDRES CAICEDO LEON</cp:lastModifiedBy>
  <cp:revision>8</cp:revision>
  <dcterms:created xsi:type="dcterms:W3CDTF">2024-09-26T14:05:34Z</dcterms:created>
  <dcterms:modified xsi:type="dcterms:W3CDTF">2026-06-01T18:01:00Z</dcterms:modified>
</cp:coreProperties>
</file>